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8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C12190-3774-4D1C-AEFC-652C496BBB38}"/>
              </a:ext>
            </a:extLst>
          </p:cNvPr>
          <p:cNvSpPr txBox="1"/>
          <p:nvPr/>
        </p:nvSpPr>
        <p:spPr>
          <a:xfrm>
            <a:off x="447040" y="477520"/>
            <a:ext cx="4270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Anguar</a:t>
            </a:r>
            <a:r>
              <a:rPr lang="en-US" dirty="0"/>
              <a:t>, Spring boot – ecommerce project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2743F0-322E-81C1-D0B9-11EC8A0309E4}"/>
              </a:ext>
            </a:extLst>
          </p:cNvPr>
          <p:cNvSpPr txBox="1"/>
          <p:nvPr/>
        </p:nvSpPr>
        <p:spPr>
          <a:xfrm>
            <a:off x="409432" y="46084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typescript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36F22C-F4A8-7C99-05CF-70EF3EE2B2B3}"/>
              </a:ext>
            </a:extLst>
          </p:cNvPr>
          <p:cNvSpPr txBox="1"/>
          <p:nvPr/>
        </p:nvSpPr>
        <p:spPr>
          <a:xfrm>
            <a:off x="409432" y="1090909"/>
            <a:ext cx="630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Var has some problems :  scoping, capturing, shadowing </a:t>
            </a:r>
            <a:r>
              <a:rPr lang="en-US" dirty="0">
                <a:sym typeface="Wingdings" panose="05000000000000000000" pitchFamily="2" charset="2"/>
              </a:rPr>
              <a:t> let keyword helps to eliminate these problems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6D90A1-642F-02E7-3EFB-2EC48F827A15}"/>
              </a:ext>
            </a:extLst>
          </p:cNvPr>
          <p:cNvSpPr txBox="1"/>
          <p:nvPr/>
        </p:nvSpPr>
        <p:spPr>
          <a:xfrm>
            <a:off x="2565779" y="248896"/>
            <a:ext cx="51496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Transpiling</a:t>
            </a:r>
            <a:r>
              <a:rPr lang="en-US" dirty="0"/>
              <a:t>: converting the typescript files into </a:t>
            </a:r>
            <a:r>
              <a:rPr lang="en-US" dirty="0" err="1"/>
              <a:t>javascript</a:t>
            </a:r>
            <a:r>
              <a:rPr lang="en-US" dirty="0"/>
              <a:t> files is called as </a:t>
            </a:r>
            <a:r>
              <a:rPr lang="en-US" dirty="0" err="1"/>
              <a:t>transpiling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A7558B-F6B3-1EEB-58D5-81B4E421E504}"/>
              </a:ext>
            </a:extLst>
          </p:cNvPr>
          <p:cNvSpPr txBox="1"/>
          <p:nvPr/>
        </p:nvSpPr>
        <p:spPr>
          <a:xfrm>
            <a:off x="409432" y="2253243"/>
            <a:ext cx="630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tsc</a:t>
            </a:r>
            <a:r>
              <a:rPr lang="en-US" dirty="0"/>
              <a:t> –</a:t>
            </a:r>
            <a:r>
              <a:rPr lang="en-US" dirty="0" err="1"/>
              <a:t>noEmitOnError</a:t>
            </a:r>
            <a:r>
              <a:rPr lang="en-US" dirty="0"/>
              <a:t>  </a:t>
            </a:r>
            <a:r>
              <a:rPr lang="en-US" dirty="0" err="1"/>
              <a:t>filename.ts</a:t>
            </a:r>
            <a:r>
              <a:rPr lang="en-US" dirty="0"/>
              <a:t>  </a:t>
            </a:r>
            <a:r>
              <a:rPr lang="en-US" dirty="0">
                <a:sym typeface="Wingdings" panose="05000000000000000000" pitchFamily="2" charset="2"/>
              </a:rPr>
              <a:t> to avoid the .</a:t>
            </a:r>
            <a:r>
              <a:rPr lang="en-US" dirty="0" err="1">
                <a:sym typeface="Wingdings" panose="05000000000000000000" pitchFamily="2" charset="2"/>
              </a:rPr>
              <a:t>js</a:t>
            </a:r>
            <a:r>
              <a:rPr lang="en-US" dirty="0">
                <a:sym typeface="Wingdings" panose="05000000000000000000" pitchFamily="2" charset="2"/>
              </a:rPr>
              <a:t> file in case </a:t>
            </a:r>
            <a:r>
              <a:rPr lang="en-US">
                <a:sym typeface="Wingdings" panose="05000000000000000000" pitchFamily="2" charset="2"/>
              </a:rPr>
              <a:t>of compilation errors occur.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351</TotalTime>
  <Words>59</Words>
  <Application>Microsoft Office PowerPoint</Application>
  <PresentationFormat>A4 Paper (210x297 mm)</PresentationFormat>
  <Paragraphs>5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09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47</cp:revision>
  <dcterms:created xsi:type="dcterms:W3CDTF">2026-02-06T21:19:28Z</dcterms:created>
  <dcterms:modified xsi:type="dcterms:W3CDTF">2026-06-08T05:33:03Z</dcterms:modified>
</cp:coreProperties>
</file>