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85" autoAdjust="0"/>
    <p:restoredTop sz="94660"/>
  </p:normalViewPr>
  <p:slideViewPr>
    <p:cSldViewPr snapToGrid="0">
      <p:cViewPr varScale="1">
        <p:scale>
          <a:sx n="56" d="100"/>
          <a:sy n="56" d="100"/>
        </p:scale>
        <p:origin x="58" y="3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viewProps" Target="viewProp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theme" Target="theme/theme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ableStyles" Target="tableStyle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05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447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833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600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381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024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224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119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613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61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650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1FB5FC-1629-4A0D-9573-785FAC7ED015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406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C12190-3774-4D1C-AEFC-652C496BBB38}"/>
              </a:ext>
            </a:extLst>
          </p:cNvPr>
          <p:cNvSpPr txBox="1"/>
          <p:nvPr/>
        </p:nvSpPr>
        <p:spPr>
          <a:xfrm>
            <a:off x="447040" y="477520"/>
            <a:ext cx="4270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Anguar</a:t>
            </a:r>
            <a:r>
              <a:rPr lang="en-US" dirty="0"/>
              <a:t>, Spring boot – ecommerce project</a:t>
            </a:r>
          </a:p>
        </p:txBody>
      </p:sp>
    </p:spTree>
    <p:extLst>
      <p:ext uri="{BB962C8B-B14F-4D97-AF65-F5344CB8AC3E}">
        <p14:creationId xmlns:p14="http://schemas.microsoft.com/office/powerpoint/2010/main" val="686781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047F0-2EEC-3B96-C431-447C7F2D0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2743F0-322E-81C1-D0B9-11EC8A0309E4}"/>
              </a:ext>
            </a:extLst>
          </p:cNvPr>
          <p:cNvSpPr txBox="1"/>
          <p:nvPr/>
        </p:nvSpPr>
        <p:spPr>
          <a:xfrm>
            <a:off x="409432" y="460840"/>
            <a:ext cx="1186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typescript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36F22C-F4A8-7C99-05CF-70EF3EE2B2B3}"/>
              </a:ext>
            </a:extLst>
          </p:cNvPr>
          <p:cNvSpPr txBox="1"/>
          <p:nvPr/>
        </p:nvSpPr>
        <p:spPr>
          <a:xfrm>
            <a:off x="409432" y="1090909"/>
            <a:ext cx="63070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Var has some problems :  scoping, capturing, shadowing </a:t>
            </a:r>
            <a:r>
              <a:rPr lang="en-US" dirty="0">
                <a:sym typeface="Wingdings" panose="05000000000000000000" pitchFamily="2" charset="2"/>
              </a:rPr>
              <a:t> let keyword helps to eliminate these problems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6D90A1-642F-02E7-3EFB-2EC48F827A15}"/>
              </a:ext>
            </a:extLst>
          </p:cNvPr>
          <p:cNvSpPr txBox="1"/>
          <p:nvPr/>
        </p:nvSpPr>
        <p:spPr>
          <a:xfrm>
            <a:off x="2565779" y="248896"/>
            <a:ext cx="51496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Transpiling</a:t>
            </a:r>
            <a:r>
              <a:rPr lang="en-US" dirty="0"/>
              <a:t>: converting the typescript files into </a:t>
            </a:r>
            <a:r>
              <a:rPr lang="en-US" dirty="0" err="1"/>
              <a:t>javascript</a:t>
            </a:r>
            <a:r>
              <a:rPr lang="en-US" dirty="0"/>
              <a:t> files is called as </a:t>
            </a:r>
            <a:r>
              <a:rPr lang="en-US" dirty="0" err="1"/>
              <a:t>transpiling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A7558B-F6B3-1EEB-58D5-81B4E421E504}"/>
              </a:ext>
            </a:extLst>
          </p:cNvPr>
          <p:cNvSpPr txBox="1"/>
          <p:nvPr/>
        </p:nvSpPr>
        <p:spPr>
          <a:xfrm>
            <a:off x="409432" y="2253243"/>
            <a:ext cx="63070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tsc</a:t>
            </a:r>
            <a:r>
              <a:rPr lang="en-US" dirty="0"/>
              <a:t> –</a:t>
            </a:r>
            <a:r>
              <a:rPr lang="en-US" dirty="0" err="1"/>
              <a:t>noEmitOnError</a:t>
            </a:r>
            <a:r>
              <a:rPr lang="en-US" dirty="0"/>
              <a:t>  </a:t>
            </a:r>
            <a:r>
              <a:rPr lang="en-US" dirty="0" err="1"/>
              <a:t>filename.ts</a:t>
            </a:r>
            <a:r>
              <a:rPr lang="en-US" dirty="0"/>
              <a:t>  </a:t>
            </a:r>
            <a:r>
              <a:rPr lang="en-US" dirty="0">
                <a:sym typeface="Wingdings" panose="05000000000000000000" pitchFamily="2" charset="2"/>
              </a:rPr>
              <a:t> to avoid the .</a:t>
            </a:r>
            <a:r>
              <a:rPr lang="en-US" dirty="0" err="1">
                <a:sym typeface="Wingdings" panose="05000000000000000000" pitchFamily="2" charset="2"/>
              </a:rPr>
              <a:t>js</a:t>
            </a:r>
            <a:r>
              <a:rPr lang="en-US" dirty="0">
                <a:sym typeface="Wingdings" panose="05000000000000000000" pitchFamily="2" charset="2"/>
              </a:rPr>
              <a:t> file in case of compilation errors occur.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C0CA3E-8601-8EC5-10E4-DE46BC65A654}"/>
              </a:ext>
            </a:extLst>
          </p:cNvPr>
          <p:cNvSpPr txBox="1"/>
          <p:nvPr/>
        </p:nvSpPr>
        <p:spPr>
          <a:xfrm>
            <a:off x="409432" y="3312095"/>
            <a:ext cx="4722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tsc</a:t>
            </a:r>
            <a:r>
              <a:rPr lang="en-US" dirty="0"/>
              <a:t> –</a:t>
            </a:r>
            <a:r>
              <a:rPr lang="en-US" dirty="0" err="1"/>
              <a:t>init</a:t>
            </a:r>
            <a:r>
              <a:rPr lang="en-US" dirty="0"/>
              <a:t>  </a:t>
            </a:r>
            <a:r>
              <a:rPr lang="en-US" dirty="0">
                <a:sym typeface="Wingdings" panose="05000000000000000000" pitchFamily="2" charset="2"/>
              </a:rPr>
              <a:t> to generate the </a:t>
            </a:r>
            <a:r>
              <a:rPr lang="en-US" dirty="0" err="1">
                <a:sym typeface="Wingdings" panose="05000000000000000000" pitchFamily="2" charset="2"/>
              </a:rPr>
              <a:t>tsconfig.json</a:t>
            </a:r>
            <a:r>
              <a:rPr lang="en-US" dirty="0">
                <a:sym typeface="Wingdings" panose="05000000000000000000" pitchFamily="2" charset="2"/>
              </a:rPr>
              <a:t> file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7393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4D29A-B4F1-7845-01A9-9FC7E064E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3737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FD1ED-AE24-6A7F-06AD-E8D52398C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8457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7EBBE-70C4-1F8D-8A27-CED0ABFBD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8365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DA10F-2D85-0FDB-FDC3-AC4C4EFA2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7046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EF776-5122-9D9C-1832-6BA7A8725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6851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A56DC-4F95-0F27-C495-4C63757B1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57615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7B41F-6114-4AA2-952A-6083A34CF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5033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5E068-DA3F-7C9A-61FF-2FCD6CDF2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88457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8208D-0985-00C8-9982-1D94173FE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63430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A536A-EED8-A427-E116-F5A6BD812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93771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16295-F736-4541-E380-60D1680D5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79331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7C126-04A2-CF97-FE38-E47FAAC33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2244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42B9A-8337-6E47-F8F4-F1FF3D654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24342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D39D9-771D-1A99-8C9D-AF905F417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14950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F51D3-0345-00B0-8AB0-A45023E74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66014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5CCC6-E6E7-B7C6-6CCC-9091F85AE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4340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98316-616B-E845-43AD-535703B17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43242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FC741-BE3B-1381-C1C3-531DD4C16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09076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1F3F0-8E3C-9EC2-08A0-4468CCE58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98206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392F3-1F7B-EAA1-D24C-5CD66DFD5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7445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F4734-C1A0-211C-519C-3E66DD658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84021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A05F5-03AA-D92D-60A8-B08A3E4A0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76458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9E505-40D9-4ED7-D016-8A821BFA1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82200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09C2D-F040-78E6-DD9B-00AC84CAA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0078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263D5-F352-EAA7-74F0-A6DE67CBD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30640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B1E5E-CDE1-A6B0-BC87-662752729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510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C157C-7E71-00DD-B11C-77BDBC4BF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36135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93A60-7F4A-4075-E419-85EE761A0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81883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2FCAA-5208-4115-0033-78F3F505C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57814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C0856-9563-310D-DEF0-85E9C971E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64838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3E893-EB80-1190-5E28-1A084D7EE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16141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4B80D-341B-56C8-4F0C-D26AC95F9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08049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234C0-6502-085A-59CD-B3BA280AD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01174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51C90-DE80-B1CD-912A-A7A37C5C7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31954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57C93-02CB-83DE-E1F8-98A3723CE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85885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CB1A1-0DEC-6A82-7852-7AC16BEE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39317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61950-3DA7-C568-07AB-C3FB6F741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80790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B8FA2-6EE9-149C-BAA5-4FFE22C58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67029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697DF-8BB5-DE2D-7CE6-B2DAADF3E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05599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24DFC-0410-FAEF-2FD3-2EFE4E34C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014388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3DD83-FC48-35DC-EE12-F4F024213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36620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5D96C-C62F-EB3B-7E8E-E40D8A48B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31530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7EA5B-5860-8236-5200-570E15993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968224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87591-80CB-26EA-34F3-73F841B64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19321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29448-9945-8A2D-3E98-C1980A160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078075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925CC-42D1-6EEB-DB87-1B280C3ED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488033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30842-FD4D-9C8C-D56A-B4C3542A7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523700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1AC70-F469-28D6-0E0E-BA1071CB9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5279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06E0F-50CD-3B11-1DFD-FC7299033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308476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11B39-F064-775A-9411-E73929C1D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3603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65BB2-BFB1-CCC2-B55F-CF392C3DE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485262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386E9-3127-3EDA-6557-CEF76A86D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151286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B79DE-BA72-F671-6D57-9F372D222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906123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C9F7E-9983-7851-B4B5-4B43F29EA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785881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CDBD1-6A27-5F93-91B3-91C2B7F6A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104960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7AA9C-661F-B1F3-C775-9B8565CE5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132792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CA5E3-BD05-87C9-6C1C-F7FAAF33B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04524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69677-3E7F-9607-7299-044FAC57B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842440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AF79C-90CB-21CE-4937-EB56E77B5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757512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DF3B4-10A3-F97C-DE8D-A21ED2B1B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251777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B5A51-AA7F-ECAF-41AE-666585F46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991277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408AB-3FEA-D9E8-2260-D0EB5D402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762487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D11B9-028C-5DD4-A32D-5F68742A9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668196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433DC-6598-AE34-6561-657045E65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607602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A9814-5741-BF68-57BD-61191B08B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645298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B12D9-7743-8E75-BF87-F74CE4157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747306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C3C42-195E-1AA6-666E-9DDDDC729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014673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DCFC9-20DE-11FF-066F-212F321A7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376541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3B9AB-DD08-57A9-3937-3178F40B8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203408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31B59-6FFA-DE4E-A87E-7C2F448F3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938158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A4660-17B1-E4B5-CE8C-A6BA4F033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084530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D92DC-5F54-1150-3E2B-D0217D6B4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941756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69C64-8DDE-13EF-04ED-E030FEAF9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964938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08D3A-A235-1877-D051-FCC3A9ADA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763429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26905-7CCD-FCB2-1A7E-E8BB36BCA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425737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6F266-AAFE-19DB-00DC-19E75491F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321972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0D1BF-A172-3FF0-903F-2AD081E8C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40371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70E42-E71B-A766-657B-A4466062A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582018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E7962-935A-C6CA-3B98-1DCA17640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481836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C3D3E-7A80-5937-D445-0BC611F6D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905273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39288-3934-3EE8-8DA0-8B55FB44D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356114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44358-7458-9EBA-410C-00B1A20E7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276075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474C8-E1F0-54A0-7DB7-A4F186252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741363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8BA5F-0737-1C9E-B34A-C8D0C6CC1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362609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D7587-E788-2173-9FCE-ABF5926BA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866015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C10DC-3F44-09D6-0EF4-E117C7AFB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822331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9AB0F-A5F4-4582-FC01-5E689CFFF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998718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84FF4-E87B-CEE7-4340-4A8CF2BFB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1273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430E2-575B-DE05-1E7C-0285A3ECC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037317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C7C7E-2D31-F5DA-2FCC-908AF031C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909895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DCCDD-1A76-AF1A-CCB5-9A78AF6F8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989250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D685A-5937-3C52-2F3B-74955B1FF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505623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9A74E-5113-4DFD-160C-4238D2609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8861037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71383-6B34-E468-1316-F7BB6A02D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007572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2D463-FC14-8CA8-6D2C-26A46C353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68473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045A3-7F9A-3D1E-9952-CB829B421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770600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BD669-6DBE-F77D-D40F-7C6D96C5C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671968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E25A9-6E07-F074-80C0-B8D1E6741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321289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965A7-8CF5-3E06-19C9-4886680E1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31665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5E8E8-9926-55CC-14D3-10A08BDEC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7951312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38A96-9E7C-76A2-3967-042D834D1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0887478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5AA9C-307F-F804-9057-56F9D9873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662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367</TotalTime>
  <Words>70</Words>
  <Application>Microsoft Office PowerPoint</Application>
  <PresentationFormat>A4 Paper (210x297 mm)</PresentationFormat>
  <Paragraphs>6</Paragraphs>
  <Slides>104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104</vt:i4>
      </vt:variant>
    </vt:vector>
  </HeadingPairs>
  <TitlesOfParts>
    <vt:vector size="109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umalavanya7@gmail.com</dc:creator>
  <cp:lastModifiedBy>umalavanya7@gmail.com</cp:lastModifiedBy>
  <cp:revision>48</cp:revision>
  <dcterms:created xsi:type="dcterms:W3CDTF">2026-02-06T21:19:28Z</dcterms:created>
  <dcterms:modified xsi:type="dcterms:W3CDTF">2026-06-08T05:49:11Z</dcterms:modified>
</cp:coreProperties>
</file>