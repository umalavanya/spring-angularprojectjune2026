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85" autoAdjust="0"/>
    <p:restoredTop sz="94660"/>
  </p:normalViewPr>
  <p:slideViewPr>
    <p:cSldViewPr snapToGrid="0">
      <p:cViewPr varScale="1">
        <p:scale>
          <a:sx n="56" d="100"/>
          <a:sy n="56" d="100"/>
        </p:scale>
        <p:origin x="58" y="3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4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3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00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8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24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19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613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1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50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FB5FC-1629-4A0D-9573-785FAC7ED015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6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C12190-3774-4D1C-AEFC-652C496BBB38}"/>
              </a:ext>
            </a:extLst>
          </p:cNvPr>
          <p:cNvSpPr txBox="1"/>
          <p:nvPr/>
        </p:nvSpPr>
        <p:spPr>
          <a:xfrm>
            <a:off x="447040" y="477520"/>
            <a:ext cx="4270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Anguar</a:t>
            </a:r>
            <a:r>
              <a:rPr lang="en-US" dirty="0"/>
              <a:t>, Spring boot – ecommerce project</a:t>
            </a:r>
          </a:p>
        </p:txBody>
      </p:sp>
    </p:spTree>
    <p:extLst>
      <p:ext uri="{BB962C8B-B14F-4D97-AF65-F5344CB8AC3E}">
        <p14:creationId xmlns:p14="http://schemas.microsoft.com/office/powerpoint/2010/main" val="686781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47F0-2EEC-3B96-C431-447C7F2D0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2743F0-322E-81C1-D0B9-11EC8A0309E4}"/>
              </a:ext>
            </a:extLst>
          </p:cNvPr>
          <p:cNvSpPr txBox="1"/>
          <p:nvPr/>
        </p:nvSpPr>
        <p:spPr>
          <a:xfrm>
            <a:off x="409432" y="46084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typescript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36F22C-F4A8-7C99-05CF-70EF3EE2B2B3}"/>
              </a:ext>
            </a:extLst>
          </p:cNvPr>
          <p:cNvSpPr txBox="1"/>
          <p:nvPr/>
        </p:nvSpPr>
        <p:spPr>
          <a:xfrm>
            <a:off x="409432" y="1090909"/>
            <a:ext cx="6307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Var has some problems :  scoping, capturing, shadowing </a:t>
            </a:r>
            <a:r>
              <a:rPr lang="en-US" dirty="0">
                <a:sym typeface="Wingdings" panose="05000000000000000000" pitchFamily="2" charset="2"/>
              </a:rPr>
              <a:t> let keyword helps to eliminate these problems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6D90A1-642F-02E7-3EFB-2EC48F827A15}"/>
              </a:ext>
            </a:extLst>
          </p:cNvPr>
          <p:cNvSpPr txBox="1"/>
          <p:nvPr/>
        </p:nvSpPr>
        <p:spPr>
          <a:xfrm>
            <a:off x="2565779" y="248896"/>
            <a:ext cx="51496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Transpiling</a:t>
            </a:r>
            <a:r>
              <a:rPr lang="en-US" dirty="0"/>
              <a:t>: converting the typescript files into </a:t>
            </a:r>
            <a:r>
              <a:rPr lang="en-US" dirty="0" err="1"/>
              <a:t>javascript</a:t>
            </a:r>
            <a:r>
              <a:rPr lang="en-US" dirty="0"/>
              <a:t> files is called as </a:t>
            </a:r>
            <a:r>
              <a:rPr lang="en-US" dirty="0" err="1"/>
              <a:t>transpiling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39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4D29A-B4F1-7845-01A9-9FC7E064E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3737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FD1ED-AE24-6A7F-06AD-E8D52398C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457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BBE-70C4-1F8D-8A27-CED0ABFB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8365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DA10F-2D85-0FDB-FDC3-AC4C4EFA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7046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F776-5122-9D9C-1832-6BA7A872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6851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56DC-4F95-0F27-C495-4C63757B1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5761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7B41F-6114-4AA2-952A-6083A34C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503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5E068-DA3F-7C9A-61FF-2FCD6CDF2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8845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8208D-0985-00C8-9982-1D94173F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6343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536A-EED8-A427-E116-F5A6BD812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9377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16295-F736-4541-E380-60D1680D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7933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7C126-04A2-CF97-FE38-E47FAAC3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224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42B9A-8337-6E47-F8F4-F1FF3D65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2434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39D9-771D-1A99-8C9D-AF905F41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1495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51D3-0345-00B0-8AB0-A45023E7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6601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5CCC6-E6E7-B7C6-6CCC-9091F85AE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434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8316-616B-E845-43AD-535703B1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43242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FC741-BE3B-1381-C1C3-531DD4C1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0907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1F3F0-8E3C-9EC2-08A0-4468CCE5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9820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392F3-1F7B-EAA1-D24C-5CD66DFD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744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4734-C1A0-211C-519C-3E66DD658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84021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05F5-03AA-D92D-60A8-B08A3E4A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76458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E505-40D9-4ED7-D016-8A821BFA1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8220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09C2D-F040-78E6-DD9B-00AC84CA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0078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63D5-F352-EAA7-74F0-A6DE67CB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30640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1E5E-CDE1-A6B0-BC87-66275272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1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157C-7E71-00DD-B11C-77BDBC4BF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6135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3A60-7F4A-4075-E419-85EE761A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81883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2FCAA-5208-4115-0033-78F3F505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7814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C0856-9563-310D-DEF0-85E9C971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6483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3E893-EB80-1190-5E28-1A084D7E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1614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B80D-341B-56C8-4F0C-D26AC95F9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804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234C0-6502-085A-59CD-B3BA280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0117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51C90-DE80-B1CD-912A-A7A37C5C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31954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57C93-02CB-83DE-E1F8-98A3723C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5885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CB1A1-0DEC-6A82-7852-7AC16BEEC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39317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61950-3DA7-C568-07AB-C3FB6F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079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B8FA2-6EE9-149C-BAA5-4FFE22C58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6702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97DF-8BB5-DE2D-7CE6-B2DAADF3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599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24DFC-0410-FAEF-2FD3-2EFE4E34C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1438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3DD83-FC48-35DC-EE12-F4F024213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36620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D96C-C62F-EB3B-7E8E-E40D8A48B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3153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7EA5B-5860-8236-5200-570E1599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6822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87591-80CB-26EA-34F3-73F841B64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1932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29448-9945-8A2D-3E98-C1980A160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0780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925CC-42D1-6EEB-DB87-1B280C3ED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8803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30842-FD4D-9C8C-D56A-B4C3542A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37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1AC70-F469-28D6-0E0E-BA1071CB9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527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6E0F-50CD-3B11-1DFD-FC729903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0847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1B39-F064-775A-9411-E73929C1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360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65BB2-BFB1-CCC2-B55F-CF392C3DE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48526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386E9-3127-3EDA-6557-CEF76A86D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5128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B79DE-BA72-F671-6D57-9F372D22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06123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C9F7E-9983-7851-B4B5-4B43F29E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78588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DBD1-6A27-5F93-91B3-91C2B7F6A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0496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7AA9C-661F-B1F3-C775-9B8565CE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13279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CA5E3-BD05-87C9-6C1C-F7FAAF33B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452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69677-3E7F-9607-7299-044FAC57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84244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AF79C-90CB-21CE-4937-EB56E77B5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5751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DF3B4-10A3-F97C-DE8D-A21ED2B1B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5177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B5A51-AA7F-ECAF-41AE-666585F4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99127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408AB-3FEA-D9E8-2260-D0EB5D40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6248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D11B9-028C-5DD4-A32D-5F68742A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66819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433DC-6598-AE34-6561-657045E6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60760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9814-5741-BF68-57BD-61191B08B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64529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B12D9-7743-8E75-BF87-F74CE415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74730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C3C42-195E-1AA6-666E-9DDDDC72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1467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DCFC9-20DE-11FF-066F-212F321A7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7654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3B9AB-DD08-57A9-3937-3178F40B8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20340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31B59-6FFA-DE4E-A87E-7C2F448F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3815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A4660-17B1-E4B5-CE8C-A6BA4F03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08453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92DC-5F54-1150-3E2B-D0217D6B4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94175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9C64-8DDE-13EF-04ED-E030FEAF9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96493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8D3A-A235-1877-D051-FCC3A9AD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76342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26905-7CCD-FCB2-1A7E-E8BB36BC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2573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6F266-AAFE-19DB-00DC-19E75491F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32197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0D1BF-A172-3FF0-903F-2AD081E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037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0E42-E71B-A766-657B-A4466062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58201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E7962-935A-C6CA-3B98-1DCA1764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48183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C3D3E-7A80-5937-D445-0BC611F6D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90527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39288-3934-3EE8-8DA0-8B55FB44D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611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44358-7458-9EBA-410C-00B1A20E7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276075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474C8-E1F0-54A0-7DB7-A4F186252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4136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8BA5F-0737-1C9E-B34A-C8D0C6CC1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6260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D7587-E788-2173-9FCE-ABF5926BA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6601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C10DC-3F44-09D6-0EF4-E117C7AF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822331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B0F-A5F4-4582-FC01-5E689CFF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99871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84FF4-E87B-CEE7-4340-4A8CF2BF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1273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430E2-575B-DE05-1E7C-0285A3ECC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3731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C7C7E-2D31-F5DA-2FCC-908AF031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909895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CCDD-1A76-AF1A-CCB5-9A78AF6F8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89250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685A-5937-3C52-2F3B-74955B1F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505623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A74E-5113-4DFD-160C-4238D2609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886103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71383-6B34-E468-1316-F7BB6A02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07572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2D463-FC14-8CA8-6D2C-26A46C353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847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5A3-7F9A-3D1E-9952-CB829B421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770600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D669-6DBE-F77D-D40F-7C6D96C5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7196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E25A9-6E07-F074-80C0-B8D1E6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32128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65A7-8CF5-3E06-19C9-4886680E1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31665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5E8E8-9926-55CC-14D3-10A08BDE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795131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8A96-9E7C-76A2-3967-042D834D1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8874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5AA9C-307F-F804-9057-56F9D9873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662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302</TotalTime>
  <Words>39</Words>
  <Application>Microsoft Office PowerPoint</Application>
  <PresentationFormat>A4 Paper (210x297 mm)</PresentationFormat>
  <Paragraphs>4</Paragraphs>
  <Slides>104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09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umalavanya7@gmail.com</dc:creator>
  <cp:lastModifiedBy>umalavanya7@gmail.com</cp:lastModifiedBy>
  <cp:revision>46</cp:revision>
  <dcterms:created xsi:type="dcterms:W3CDTF">2026-02-06T21:19:28Z</dcterms:created>
  <dcterms:modified xsi:type="dcterms:W3CDTF">2026-06-08T04:44:34Z</dcterms:modified>
</cp:coreProperties>
</file>